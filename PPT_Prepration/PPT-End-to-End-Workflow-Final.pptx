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6762-CA92-9ECF-AFE4-B994A026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872D8-564A-AF6A-73A0-1CB62B36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A75F-7027-46AC-8232-CEC8A35FF05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4C77A-EC81-A7A5-7E58-29ECC203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08536-35BB-C22D-8C09-6A253E8A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423-2B78-425C-8425-D2928EBFE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82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CB51E1-4CC4-E4AD-DA18-5ACD14EB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9A7BE-22AD-C719-4DC8-E896BEA55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A345-93F5-1C85-A96F-EDAD6F948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9A75F-7027-46AC-8232-CEC8A35FF05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15241-931B-6DE5-0AC9-D0EF196A5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8566-5F48-98D5-816A-CBDB3E164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90D423-2B78-425C-8425-D2928EBFE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67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34413FD-2433-7ACB-C2D4-0B41AD62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319520-DD17-D048-A56D-D05B151170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85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07C30C7-20ED-EB76-9715-EE6171A1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23A7E3-555E-5640-0753-0FFF463626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9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CBB7127-BB8D-A7C5-5B7A-37115D709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9C071-A140-EC1B-BA03-0D72347EFF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8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E11E9AF-816F-9A9E-A9B6-1EAADD6C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D00040-C883-D76E-AC71-C2EC9E888E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8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98799D-C378-870D-9C51-8B0FA4F3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4FD03-426A-E0F8-004E-93C98D138D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1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CFAAD52-51E3-B0B3-523D-27034287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F330B9-DE47-4101-0DA0-221D8179BB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60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5CAF8D-A3BE-762D-0EE8-B5BEB14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F259A1-33A4-2BAA-998F-7CC3B5612D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27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679F2E6-390D-5C3A-89D4-585CFDF7C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6D558E-C346-C0B8-379F-75B33DA102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9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B13EAD-324F-05D2-515D-212493E0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D2F68C-4D5A-D651-248D-01276512EE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5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54969A8-8E9A-C3B2-9346-2FDB7010C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5950F4-C0D0-6B7F-F22A-558FBD26AB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Kathe</dc:creator>
  <cp:lastModifiedBy>Saurabh Kathe</cp:lastModifiedBy>
  <cp:revision>1</cp:revision>
  <dcterms:created xsi:type="dcterms:W3CDTF">2025-11-25T04:20:27Z</dcterms:created>
  <dcterms:modified xsi:type="dcterms:W3CDTF">2025-11-25T04:20:27Z</dcterms:modified>
</cp:coreProperties>
</file>