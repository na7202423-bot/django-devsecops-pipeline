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09B5-0582-2EB1-6F5E-1B412CCFC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CC574-536F-E2DE-BF00-B8FB4642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8C6D-836E-42EE-80D7-9C50A521EB9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68F6E-573B-ADB6-7FB0-752FFAF0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851B7-456C-1EC0-36D1-DE872A30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3F2B-4F4F-49B5-8AEE-76A72A1F4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1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04B242-9B6B-C074-9DB8-6D956F7A1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3A4D1-A38B-07F8-F9A2-A3D755E0E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FAFCF-AFD7-451D-F788-84CEBB7B8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58C6D-836E-42EE-80D7-9C50A521EB9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6AF9E-65CF-76D6-6829-D9D663ED3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3FD23-8EE0-41D2-DDEA-36CDEDD53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63F2B-4F4F-49B5-8AEE-76A72A1F4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4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4CD4D5C-6D2F-ED17-3BFB-21D141CD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8AFB27-FDE2-01E6-6DE8-251EE9C3DE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0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DD8E074-C3AC-E633-B89D-CAB68F6A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1A1FD3-DF6F-7B8C-57C3-4AFC842041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1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86DC93E-28AD-93C2-5A39-7E2298F0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32816C-8EF9-04FB-2B13-44A77B7184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5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EA0904-5134-CB22-C1E6-920A94C24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6B17C0-49B8-3957-8D95-51287A6EC30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22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FF26A59-D720-AF53-4F71-6B9DFEA8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409D80-19DD-40A5-29CE-32F9256422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71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12BB913-313F-CC2C-4333-79ECAC6B6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B65727-1622-1B91-38A2-1D624C80C0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8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7AE0BA5-E615-D916-46AB-F420E820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A2671A-B68E-CBAB-B2C8-37687218B2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848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E65767C-0B81-8057-6F06-81B0CDE42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A39767-CEB1-2AAC-23C8-171A890BAE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11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406889E-47C3-7C72-E354-7867F987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99241-4A68-EE81-317D-11E13457F3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507DA3C-887E-4F4C-D7BD-5A8465A6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8C0E76-5D45-BC93-0F9B-570835479B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6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Konda</dc:creator>
  <cp:lastModifiedBy>Aditya Konda</cp:lastModifiedBy>
  <cp:revision>1</cp:revision>
  <dcterms:created xsi:type="dcterms:W3CDTF">2025-11-25T15:18:40Z</dcterms:created>
  <dcterms:modified xsi:type="dcterms:W3CDTF">2025-11-25T15:18:40Z</dcterms:modified>
</cp:coreProperties>
</file>