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2AA69-C309-880F-8742-12701604E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FFCB02-81E0-8089-0325-B8FC1402B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0AE9-A790-4153-8176-763A8BA6E6CB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FE861D-8CFC-97DA-8278-07DD58E8C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238B9F-774D-A0A4-BA5E-CCE98FD7F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B9DB1-EE7A-4383-B7E7-850E1CB70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3526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A442C4-400F-36AB-CA80-AC09E7995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6B514C-E837-24DC-CF4E-80D67D828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978CB-15B6-7BF8-852F-75DE91A879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A20AE9-A790-4153-8176-763A8BA6E6CB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757257-3BD7-464D-41A9-D9DCFE4101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204BB-9B94-711C-E053-C3B39BD37B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DB9DB1-EE7A-4383-B7E7-850E1CB70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664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4D73436-CEA8-40EA-9EAB-EF6F9CFAD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9070C7-6EBD-FB0C-23D7-8C1946DC80D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11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1A1CA6A-69A4-0D40-1FC9-B7CAA5F32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A3FB6-7E96-6E90-554F-18BD37650BE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494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5B7ED0A-181F-B4FB-A11D-FEB4E7E20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31303E-DCD0-9A47-FF97-EA29CB2F964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248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1DE8781-AD17-3647-D3CE-A2F1BC230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4AF83C-8847-D666-7A95-E55CC600554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519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3C94727-3FED-2661-ECE2-336D1B8F5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010B44-AA57-BED6-C932-DDBBB5B626E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801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870372B-F16A-924F-A999-015E916D4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EB16BB-1752-B56F-58C4-B61559978A3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403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4B74BC6-B3F8-8A3E-3298-E75D3D3CB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0EA006-1032-C077-807E-9AB5EBF1B51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632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5141D62-03E6-1C62-52A1-7DCF6382E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74FAF9-7616-28FD-AD35-CE4BDEA69E7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298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19A34DF-CA01-B3B5-9C81-A6D3905C8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67790F-9DE0-5167-2142-6DC687B26B6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813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E878797-C14E-4B63-7569-2243E3559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10B842-3668-59BF-96ED-1D5FBEF65A3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484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Saurabh Kathe</dc:creator>
  <cp:lastModifiedBy>Saurabh Kathe</cp:lastModifiedBy>
  <cp:revision>1</cp:revision>
  <dcterms:created xsi:type="dcterms:W3CDTF">2025-11-24T10:20:01Z</dcterms:created>
  <dcterms:modified xsi:type="dcterms:W3CDTF">2025-11-24T10:20:01Z</dcterms:modified>
</cp:coreProperties>
</file>