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2AE27-2C14-0FC3-DCC0-BECE3A15A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F802E6-529D-EA38-CC0B-590D399AF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3BD1E-362B-4362-AC69-FD7E5B2EF4C7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99D2EC-574E-6C0B-DE49-6BE929D55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2ABEAD-B352-AF7C-BAF4-06057146A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CC9EE-D9D8-4014-A71D-FE78913D8F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3004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94CD82-3DB6-E099-A84A-2DE110372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686D26-F550-FBF1-05BE-C02CC7CB0B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BA4871-77F2-51C3-997F-CBD6B092E6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63BD1E-362B-4362-AC69-FD7E5B2EF4C7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A040B6-96E7-65F4-6FFB-C06719E077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C01A30-10A6-20A8-5138-DB271001FC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ACC9EE-D9D8-4014-A71D-FE78913D8F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0390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EB2C919E-0CAE-E78A-8583-9A11A301C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E6839B6-3F16-52DD-839C-CFDCDE9C1D7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6977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2D7D0119-7A47-060F-94E2-241EF3BEF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0812362-B382-C314-8558-5533171B87B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1731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253F12F0-C58D-E79D-7FC8-069E8674C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9D32239-347E-3F1B-ABB0-D1D457BCAEF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481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7066ED7C-3D62-7AEE-8BCC-B14DC9825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D183AF-5A06-9DC9-AC78-C1004AD08CB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7236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894129AE-FCA6-32D0-A14C-6AAEA6A2A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76E8FCA-556E-E71D-9517-65197998A85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7488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C567B560-CCEE-C6BD-999A-6EF7F50A4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E13AB12-57FB-6761-F9D1-63CBBF29F35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9179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03247E41-47F5-E6CD-65ED-1DAD4E6CE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3CD851-E694-F4FA-7BC8-A20A3B1FC65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7476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8FF793E1-E452-804B-47A2-8336FAAAA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FBDC16A-B637-F95A-98BD-23DAAC6DEB3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0987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DA90245B-C5C8-BBBD-201B-A26831D5F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3D7ED8-CB41-49A0-7501-104BFC8418D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9490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8F101BEA-1522-4C1F-11EC-7804654B8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3AC8FA9-AB92-D85C-4D54-EC9C544D049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3983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Saurabh Kathe</dc:creator>
  <cp:lastModifiedBy>Saurabh Kathe</cp:lastModifiedBy>
  <cp:revision>1</cp:revision>
  <dcterms:created xsi:type="dcterms:W3CDTF">2025-11-24T10:28:25Z</dcterms:created>
  <dcterms:modified xsi:type="dcterms:W3CDTF">2025-11-24T10:28:25Z</dcterms:modified>
</cp:coreProperties>
</file>